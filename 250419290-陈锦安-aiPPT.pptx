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sldIdLst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54.xml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13" Type="http://schemas.openxmlformats.org/officeDocument/2006/relationships/tags" Target="../tags/tag72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tags" Target="../tags/tag71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tags" Target="../tags/tag70.xml"/><Relationship Id="rId5" Type="http://schemas.openxmlformats.org/officeDocument/2006/relationships/tags" Target="../tags/tag64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69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tags" Target="../tags/tag73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18" Type="http://schemas.openxmlformats.org/officeDocument/2006/relationships/tags" Target="../tags/tag107.xml"/><Relationship Id="rId3" Type="http://schemas.openxmlformats.org/officeDocument/2006/relationships/tags" Target="../tags/tag92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tags" Target="../tags/tag106.xml"/><Relationship Id="rId2" Type="http://schemas.openxmlformats.org/officeDocument/2006/relationships/tags" Target="../tags/tag91.xml"/><Relationship Id="rId16" Type="http://schemas.openxmlformats.org/officeDocument/2006/relationships/tags" Target="../tags/tag105.xml"/><Relationship Id="rId20" Type="http://schemas.openxmlformats.org/officeDocument/2006/relationships/tags" Target="../tags/tag109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tags" Target="../tags/tag104.xml"/><Relationship Id="rId10" Type="http://schemas.openxmlformats.org/officeDocument/2006/relationships/tags" Target="../tags/tag99.xml"/><Relationship Id="rId19" Type="http://schemas.openxmlformats.org/officeDocument/2006/relationships/tags" Target="../tags/tag108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4.xml"/><Relationship Id="rId4" Type="http://schemas.openxmlformats.org/officeDocument/2006/relationships/tags" Target="../tags/tag11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9.xml"/><Relationship Id="rId4" Type="http://schemas.openxmlformats.org/officeDocument/2006/relationships/tags" Target="../tags/tag11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9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37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4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4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9.xml"/><Relationship Id="rId4" Type="http://schemas.openxmlformats.org/officeDocument/2006/relationships/tags" Target="../tags/tag148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9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16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78.xml"/><Relationship Id="rId13" Type="http://schemas.openxmlformats.org/officeDocument/2006/relationships/tags" Target="../tags/tag183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173.xml"/><Relationship Id="rId7" Type="http://schemas.openxmlformats.org/officeDocument/2006/relationships/tags" Target="../tags/tag177.xml"/><Relationship Id="rId12" Type="http://schemas.openxmlformats.org/officeDocument/2006/relationships/tags" Target="../tags/tag182.xml"/><Relationship Id="rId17" Type="http://schemas.openxmlformats.org/officeDocument/2006/relationships/tags" Target="../tags/tag187.xml"/><Relationship Id="rId2" Type="http://schemas.openxmlformats.org/officeDocument/2006/relationships/tags" Target="../tags/tag172.xml"/><Relationship Id="rId16" Type="http://schemas.openxmlformats.org/officeDocument/2006/relationships/tags" Target="../tags/tag186.xml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tags" Target="../tags/tag181.xml"/><Relationship Id="rId5" Type="http://schemas.openxmlformats.org/officeDocument/2006/relationships/tags" Target="../tags/tag175.xml"/><Relationship Id="rId15" Type="http://schemas.openxmlformats.org/officeDocument/2006/relationships/tags" Target="../tags/tag185.xml"/><Relationship Id="rId10" Type="http://schemas.openxmlformats.org/officeDocument/2006/relationships/tags" Target="../tags/tag180.xml"/><Relationship Id="rId4" Type="http://schemas.openxmlformats.org/officeDocument/2006/relationships/tags" Target="../tags/tag174.xml"/><Relationship Id="rId9" Type="http://schemas.openxmlformats.org/officeDocument/2006/relationships/tags" Target="../tags/tag179.xml"/><Relationship Id="rId14" Type="http://schemas.openxmlformats.org/officeDocument/2006/relationships/tags" Target="../tags/tag18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5"/>
            </p:custDataLst>
          </p:nvPr>
        </p:nvSpPr>
        <p:spPr>
          <a:xfrm>
            <a:off x="609600" y="15240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4704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704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5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5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4165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0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73600" y="4165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736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4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8432800" y="4165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096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6096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3312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3312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5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5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0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4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7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0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3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04</a:t>
            </a:r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6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05</a:t>
            </a:r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19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5"/>
            </p:custDataLst>
          </p:nvPr>
        </p:nvSpPr>
        <p:spPr>
          <a:xfrm>
            <a:off x="1130334" y="5498053"/>
            <a:ext cx="1368028" cy="238423"/>
          </a:xfrm>
          <a:custGeom>
            <a:avLst/>
            <a:gdLst/>
            <a:ahLst/>
            <a:cxnLst/>
            <a:rect l="l" t="t" r="r" b="b"/>
            <a:pathLst>
              <a:path w="1368028" h="238423">
                <a:moveTo>
                  <a:pt x="297954" y="102691"/>
                </a:moveTo>
                <a:cubicBezTo>
                  <a:pt x="285353" y="102691"/>
                  <a:pt x="275555" y="107007"/>
                  <a:pt x="268560" y="115639"/>
                </a:cubicBezTo>
                <a:cubicBezTo>
                  <a:pt x="261565" y="124271"/>
                  <a:pt x="258068" y="136475"/>
                  <a:pt x="258068" y="152251"/>
                </a:cubicBezTo>
                <a:cubicBezTo>
                  <a:pt x="258068" y="185093"/>
                  <a:pt x="271463" y="201513"/>
                  <a:pt x="298252" y="201513"/>
                </a:cubicBezTo>
                <a:cubicBezTo>
                  <a:pt x="323949" y="201513"/>
                  <a:pt x="336798" y="184646"/>
                  <a:pt x="336798" y="150912"/>
                </a:cubicBezTo>
                <a:cubicBezTo>
                  <a:pt x="336798" y="118765"/>
                  <a:pt x="323850" y="102691"/>
                  <a:pt x="297954" y="102691"/>
                </a:cubicBezTo>
                <a:close/>
                <a:moveTo>
                  <a:pt x="814536" y="98673"/>
                </a:moveTo>
                <a:cubicBezTo>
                  <a:pt x="806301" y="98673"/>
                  <a:pt x="799009" y="102046"/>
                  <a:pt x="792659" y="108793"/>
                </a:cubicBezTo>
                <a:cubicBezTo>
                  <a:pt x="786309" y="115540"/>
                  <a:pt x="782340" y="124470"/>
                  <a:pt x="780752" y="135582"/>
                </a:cubicBezTo>
                <a:lnTo>
                  <a:pt x="844451" y="135582"/>
                </a:lnTo>
                <a:cubicBezTo>
                  <a:pt x="844451" y="110976"/>
                  <a:pt x="834479" y="98673"/>
                  <a:pt x="814536" y="98673"/>
                </a:cubicBezTo>
                <a:close/>
                <a:moveTo>
                  <a:pt x="1314748" y="65782"/>
                </a:moveTo>
                <a:cubicBezTo>
                  <a:pt x="1329829" y="65782"/>
                  <a:pt x="1344365" y="68014"/>
                  <a:pt x="1358354" y="72479"/>
                </a:cubicBezTo>
                <a:lnTo>
                  <a:pt x="1358354" y="110282"/>
                </a:lnTo>
                <a:cubicBezTo>
                  <a:pt x="1345555" y="102741"/>
                  <a:pt x="1331466" y="98971"/>
                  <a:pt x="1316087" y="98971"/>
                </a:cubicBezTo>
                <a:cubicBezTo>
                  <a:pt x="1308447" y="98971"/>
                  <a:pt x="1302296" y="100335"/>
                  <a:pt x="1297633" y="103063"/>
                </a:cubicBezTo>
                <a:cubicBezTo>
                  <a:pt x="1292969" y="105792"/>
                  <a:pt x="1290638" y="109389"/>
                  <a:pt x="1290638" y="113853"/>
                </a:cubicBezTo>
                <a:cubicBezTo>
                  <a:pt x="1290638" y="121394"/>
                  <a:pt x="1297583" y="127496"/>
                  <a:pt x="1311474" y="132159"/>
                </a:cubicBezTo>
                <a:cubicBezTo>
                  <a:pt x="1326356" y="137120"/>
                  <a:pt x="1337543" y="141635"/>
                  <a:pt x="1345034" y="145703"/>
                </a:cubicBezTo>
                <a:cubicBezTo>
                  <a:pt x="1352525" y="149771"/>
                  <a:pt x="1358230" y="155128"/>
                  <a:pt x="1362150" y="161776"/>
                </a:cubicBezTo>
                <a:cubicBezTo>
                  <a:pt x="1366069" y="168424"/>
                  <a:pt x="1368028" y="176113"/>
                  <a:pt x="1368028" y="184844"/>
                </a:cubicBezTo>
                <a:cubicBezTo>
                  <a:pt x="1368028" y="201811"/>
                  <a:pt x="1361232" y="214982"/>
                  <a:pt x="1347639" y="224358"/>
                </a:cubicBezTo>
                <a:cubicBezTo>
                  <a:pt x="1334046" y="233735"/>
                  <a:pt x="1315889" y="238423"/>
                  <a:pt x="1293168" y="238423"/>
                </a:cubicBezTo>
                <a:cubicBezTo>
                  <a:pt x="1275308" y="238423"/>
                  <a:pt x="1258788" y="235595"/>
                  <a:pt x="1243608" y="229939"/>
                </a:cubicBezTo>
                <a:lnTo>
                  <a:pt x="1243608" y="190202"/>
                </a:lnTo>
                <a:cubicBezTo>
                  <a:pt x="1260078" y="200223"/>
                  <a:pt x="1276201" y="205234"/>
                  <a:pt x="1291977" y="205234"/>
                </a:cubicBezTo>
                <a:cubicBezTo>
                  <a:pt x="1311821" y="205234"/>
                  <a:pt x="1321743" y="199926"/>
                  <a:pt x="1321743" y="189309"/>
                </a:cubicBezTo>
                <a:cubicBezTo>
                  <a:pt x="1321743" y="181769"/>
                  <a:pt x="1313557" y="175468"/>
                  <a:pt x="1297186" y="170408"/>
                </a:cubicBezTo>
                <a:cubicBezTo>
                  <a:pt x="1276747" y="164058"/>
                  <a:pt x="1262707" y="156989"/>
                  <a:pt x="1255068" y="149200"/>
                </a:cubicBezTo>
                <a:cubicBezTo>
                  <a:pt x="1247428" y="141411"/>
                  <a:pt x="1243608" y="130869"/>
                  <a:pt x="1243608" y="117574"/>
                </a:cubicBezTo>
                <a:cubicBezTo>
                  <a:pt x="1243608" y="101401"/>
                  <a:pt x="1250156" y="88726"/>
                  <a:pt x="1263253" y="79549"/>
                </a:cubicBezTo>
                <a:cubicBezTo>
                  <a:pt x="1276350" y="70371"/>
                  <a:pt x="1293515" y="65782"/>
                  <a:pt x="1314748" y="65782"/>
                </a:cubicBezTo>
                <a:close/>
                <a:moveTo>
                  <a:pt x="1025724" y="65782"/>
                </a:moveTo>
                <a:cubicBezTo>
                  <a:pt x="1062236" y="65782"/>
                  <a:pt x="1080492" y="88404"/>
                  <a:pt x="1080492" y="133648"/>
                </a:cubicBezTo>
                <a:lnTo>
                  <a:pt x="1080492" y="234404"/>
                </a:lnTo>
                <a:lnTo>
                  <a:pt x="1032718" y="234404"/>
                </a:lnTo>
                <a:lnTo>
                  <a:pt x="1032718" y="142577"/>
                </a:lnTo>
                <a:cubicBezTo>
                  <a:pt x="1032718" y="115987"/>
                  <a:pt x="1023144" y="102691"/>
                  <a:pt x="1003995" y="102691"/>
                </a:cubicBezTo>
                <a:cubicBezTo>
                  <a:pt x="994866" y="102691"/>
                  <a:pt x="987276" y="106238"/>
                  <a:pt x="981224" y="113333"/>
                </a:cubicBezTo>
                <a:cubicBezTo>
                  <a:pt x="975172" y="120427"/>
                  <a:pt x="972145" y="129480"/>
                  <a:pt x="972145" y="140494"/>
                </a:cubicBezTo>
                <a:lnTo>
                  <a:pt x="972145" y="234404"/>
                </a:lnTo>
                <a:lnTo>
                  <a:pt x="924074" y="234404"/>
                </a:lnTo>
                <a:lnTo>
                  <a:pt x="924074" y="69800"/>
                </a:lnTo>
                <a:lnTo>
                  <a:pt x="972145" y="69800"/>
                </a:lnTo>
                <a:lnTo>
                  <a:pt x="972145" y="95994"/>
                </a:lnTo>
                <a:lnTo>
                  <a:pt x="972741" y="95994"/>
                </a:lnTo>
                <a:cubicBezTo>
                  <a:pt x="984746" y="75853"/>
                  <a:pt x="1002407" y="65782"/>
                  <a:pt x="1025724" y="65782"/>
                </a:cubicBezTo>
                <a:close/>
                <a:moveTo>
                  <a:pt x="814834" y="65782"/>
                </a:moveTo>
                <a:cubicBezTo>
                  <a:pt x="838150" y="65782"/>
                  <a:pt x="856382" y="72851"/>
                  <a:pt x="869528" y="86990"/>
                </a:cubicBezTo>
                <a:cubicBezTo>
                  <a:pt x="882675" y="101129"/>
                  <a:pt x="889248" y="120551"/>
                  <a:pt x="889248" y="145256"/>
                </a:cubicBezTo>
                <a:lnTo>
                  <a:pt x="889248" y="165646"/>
                </a:lnTo>
                <a:lnTo>
                  <a:pt x="780901" y="165646"/>
                </a:lnTo>
                <a:cubicBezTo>
                  <a:pt x="782588" y="191145"/>
                  <a:pt x="797967" y="203894"/>
                  <a:pt x="827038" y="203894"/>
                </a:cubicBezTo>
                <a:cubicBezTo>
                  <a:pt x="845195" y="203894"/>
                  <a:pt x="861219" y="199430"/>
                  <a:pt x="875109" y="190500"/>
                </a:cubicBezTo>
                <a:lnTo>
                  <a:pt x="875109" y="225772"/>
                </a:lnTo>
                <a:cubicBezTo>
                  <a:pt x="860127" y="234206"/>
                  <a:pt x="840482" y="238423"/>
                  <a:pt x="816173" y="238423"/>
                </a:cubicBezTo>
                <a:cubicBezTo>
                  <a:pt x="789980" y="238423"/>
                  <a:pt x="769615" y="231031"/>
                  <a:pt x="755079" y="216247"/>
                </a:cubicBezTo>
                <a:cubicBezTo>
                  <a:pt x="740544" y="201464"/>
                  <a:pt x="733276" y="180876"/>
                  <a:pt x="733276" y="154484"/>
                </a:cubicBezTo>
                <a:cubicBezTo>
                  <a:pt x="733276" y="128191"/>
                  <a:pt x="741015" y="106834"/>
                  <a:pt x="756493" y="90413"/>
                </a:cubicBezTo>
                <a:cubicBezTo>
                  <a:pt x="771971" y="73992"/>
                  <a:pt x="791418" y="65782"/>
                  <a:pt x="814834" y="65782"/>
                </a:cubicBezTo>
                <a:close/>
                <a:moveTo>
                  <a:pt x="520898" y="65782"/>
                </a:moveTo>
                <a:cubicBezTo>
                  <a:pt x="557411" y="65782"/>
                  <a:pt x="575667" y="88404"/>
                  <a:pt x="575667" y="133648"/>
                </a:cubicBezTo>
                <a:lnTo>
                  <a:pt x="575667" y="234404"/>
                </a:lnTo>
                <a:lnTo>
                  <a:pt x="527893" y="234404"/>
                </a:lnTo>
                <a:lnTo>
                  <a:pt x="527893" y="142577"/>
                </a:lnTo>
                <a:cubicBezTo>
                  <a:pt x="527893" y="115987"/>
                  <a:pt x="518319" y="102691"/>
                  <a:pt x="499170" y="102691"/>
                </a:cubicBezTo>
                <a:cubicBezTo>
                  <a:pt x="490041" y="102691"/>
                  <a:pt x="482451" y="106238"/>
                  <a:pt x="476399" y="113333"/>
                </a:cubicBezTo>
                <a:cubicBezTo>
                  <a:pt x="470346" y="120427"/>
                  <a:pt x="467320" y="129480"/>
                  <a:pt x="467320" y="140494"/>
                </a:cubicBezTo>
                <a:lnTo>
                  <a:pt x="467320" y="234404"/>
                </a:lnTo>
                <a:lnTo>
                  <a:pt x="419249" y="234404"/>
                </a:lnTo>
                <a:lnTo>
                  <a:pt x="419249" y="69800"/>
                </a:lnTo>
                <a:lnTo>
                  <a:pt x="467320" y="69800"/>
                </a:lnTo>
                <a:lnTo>
                  <a:pt x="467320" y="95994"/>
                </a:lnTo>
                <a:lnTo>
                  <a:pt x="467916" y="95994"/>
                </a:lnTo>
                <a:cubicBezTo>
                  <a:pt x="479921" y="75853"/>
                  <a:pt x="497582" y="65782"/>
                  <a:pt x="520898" y="65782"/>
                </a:cubicBezTo>
                <a:close/>
                <a:moveTo>
                  <a:pt x="299145" y="65782"/>
                </a:moveTo>
                <a:cubicBezTo>
                  <a:pt x="325636" y="65782"/>
                  <a:pt x="346670" y="73397"/>
                  <a:pt x="362248" y="88627"/>
                </a:cubicBezTo>
                <a:cubicBezTo>
                  <a:pt x="377825" y="103857"/>
                  <a:pt x="385614" y="124321"/>
                  <a:pt x="385614" y="150019"/>
                </a:cubicBezTo>
                <a:cubicBezTo>
                  <a:pt x="385614" y="177006"/>
                  <a:pt x="377627" y="198487"/>
                  <a:pt x="361652" y="214461"/>
                </a:cubicBezTo>
                <a:cubicBezTo>
                  <a:pt x="345678" y="230435"/>
                  <a:pt x="324048" y="238423"/>
                  <a:pt x="296763" y="238423"/>
                </a:cubicBezTo>
                <a:cubicBezTo>
                  <a:pt x="269974" y="238423"/>
                  <a:pt x="248717" y="230758"/>
                  <a:pt x="232990" y="215429"/>
                </a:cubicBezTo>
                <a:cubicBezTo>
                  <a:pt x="217264" y="200099"/>
                  <a:pt x="209401" y="179239"/>
                  <a:pt x="209401" y="152846"/>
                </a:cubicBezTo>
                <a:cubicBezTo>
                  <a:pt x="209401" y="125760"/>
                  <a:pt x="217512" y="104477"/>
                  <a:pt x="233735" y="88999"/>
                </a:cubicBezTo>
                <a:cubicBezTo>
                  <a:pt x="249957" y="73521"/>
                  <a:pt x="271760" y="65782"/>
                  <a:pt x="299145" y="65782"/>
                </a:cubicBezTo>
                <a:close/>
                <a:moveTo>
                  <a:pt x="1183481" y="19943"/>
                </a:moveTo>
                <a:lnTo>
                  <a:pt x="1183481" y="69800"/>
                </a:lnTo>
                <a:lnTo>
                  <a:pt x="1220986" y="69800"/>
                </a:lnTo>
                <a:lnTo>
                  <a:pt x="1220986" y="105668"/>
                </a:lnTo>
                <a:lnTo>
                  <a:pt x="1183481" y="105668"/>
                </a:lnTo>
                <a:lnTo>
                  <a:pt x="1183481" y="175022"/>
                </a:lnTo>
                <a:cubicBezTo>
                  <a:pt x="1183481" y="192584"/>
                  <a:pt x="1190427" y="201364"/>
                  <a:pt x="1204317" y="201364"/>
                </a:cubicBezTo>
                <a:cubicBezTo>
                  <a:pt x="1209675" y="201364"/>
                  <a:pt x="1215231" y="199777"/>
                  <a:pt x="1220986" y="196602"/>
                </a:cubicBezTo>
                <a:lnTo>
                  <a:pt x="1220986" y="232469"/>
                </a:lnTo>
                <a:cubicBezTo>
                  <a:pt x="1213743" y="236438"/>
                  <a:pt x="1202779" y="238423"/>
                  <a:pt x="1188095" y="238423"/>
                </a:cubicBezTo>
                <a:cubicBezTo>
                  <a:pt x="1153170" y="238423"/>
                  <a:pt x="1135708" y="220067"/>
                  <a:pt x="1135708" y="183356"/>
                </a:cubicBezTo>
                <a:lnTo>
                  <a:pt x="1135708" y="105668"/>
                </a:lnTo>
                <a:lnTo>
                  <a:pt x="1108621" y="105668"/>
                </a:lnTo>
                <a:lnTo>
                  <a:pt x="1108621" y="69800"/>
                </a:lnTo>
                <a:lnTo>
                  <a:pt x="1135708" y="69800"/>
                </a:lnTo>
                <a:lnTo>
                  <a:pt x="1135708" y="33635"/>
                </a:lnTo>
                <a:close/>
                <a:moveTo>
                  <a:pt x="678656" y="19943"/>
                </a:moveTo>
                <a:lnTo>
                  <a:pt x="678656" y="69800"/>
                </a:lnTo>
                <a:lnTo>
                  <a:pt x="716161" y="69800"/>
                </a:lnTo>
                <a:lnTo>
                  <a:pt x="716161" y="105668"/>
                </a:lnTo>
                <a:lnTo>
                  <a:pt x="678656" y="105668"/>
                </a:lnTo>
                <a:lnTo>
                  <a:pt x="678656" y="175022"/>
                </a:lnTo>
                <a:cubicBezTo>
                  <a:pt x="678656" y="192584"/>
                  <a:pt x="685602" y="201364"/>
                  <a:pt x="699492" y="201364"/>
                </a:cubicBezTo>
                <a:cubicBezTo>
                  <a:pt x="704850" y="201364"/>
                  <a:pt x="710406" y="199777"/>
                  <a:pt x="716161" y="196602"/>
                </a:cubicBezTo>
                <a:lnTo>
                  <a:pt x="716161" y="232469"/>
                </a:lnTo>
                <a:cubicBezTo>
                  <a:pt x="708918" y="236438"/>
                  <a:pt x="697954" y="238423"/>
                  <a:pt x="683270" y="238423"/>
                </a:cubicBezTo>
                <a:cubicBezTo>
                  <a:pt x="648345" y="238423"/>
                  <a:pt x="630882" y="220067"/>
                  <a:pt x="630882" y="183356"/>
                </a:cubicBezTo>
                <a:lnTo>
                  <a:pt x="630882" y="105668"/>
                </a:lnTo>
                <a:lnTo>
                  <a:pt x="603796" y="105668"/>
                </a:lnTo>
                <a:lnTo>
                  <a:pt x="603796" y="69800"/>
                </a:lnTo>
                <a:lnTo>
                  <a:pt x="630882" y="69800"/>
                </a:lnTo>
                <a:lnTo>
                  <a:pt x="630882" y="33635"/>
                </a:lnTo>
                <a:close/>
                <a:moveTo>
                  <a:pt x="122337" y="0"/>
                </a:moveTo>
                <a:cubicBezTo>
                  <a:pt x="144859" y="0"/>
                  <a:pt x="163711" y="2927"/>
                  <a:pt x="178891" y="8781"/>
                </a:cubicBezTo>
                <a:lnTo>
                  <a:pt x="178891" y="56257"/>
                </a:lnTo>
                <a:cubicBezTo>
                  <a:pt x="163314" y="47129"/>
                  <a:pt x="145653" y="42565"/>
                  <a:pt x="125909" y="42565"/>
                </a:cubicBezTo>
                <a:cubicBezTo>
                  <a:pt x="103386" y="42565"/>
                  <a:pt x="85378" y="49758"/>
                  <a:pt x="71884" y="64145"/>
                </a:cubicBezTo>
                <a:cubicBezTo>
                  <a:pt x="58390" y="78532"/>
                  <a:pt x="51643" y="97334"/>
                  <a:pt x="51643" y="120551"/>
                </a:cubicBezTo>
                <a:cubicBezTo>
                  <a:pt x="51643" y="143173"/>
                  <a:pt x="58043" y="161379"/>
                  <a:pt x="70842" y="175171"/>
                </a:cubicBezTo>
                <a:cubicBezTo>
                  <a:pt x="83641" y="188962"/>
                  <a:pt x="100955" y="195858"/>
                  <a:pt x="122783" y="195858"/>
                </a:cubicBezTo>
                <a:cubicBezTo>
                  <a:pt x="143321" y="195858"/>
                  <a:pt x="162024" y="190897"/>
                  <a:pt x="178891" y="180975"/>
                </a:cubicBezTo>
                <a:lnTo>
                  <a:pt x="178891" y="226070"/>
                </a:lnTo>
                <a:cubicBezTo>
                  <a:pt x="162123" y="234305"/>
                  <a:pt x="140246" y="238423"/>
                  <a:pt x="113258" y="238423"/>
                </a:cubicBezTo>
                <a:cubicBezTo>
                  <a:pt x="78532" y="238423"/>
                  <a:pt x="50974" y="228029"/>
                  <a:pt x="30584" y="207243"/>
                </a:cubicBezTo>
                <a:cubicBezTo>
                  <a:pt x="10195" y="186457"/>
                  <a:pt x="0" y="158750"/>
                  <a:pt x="0" y="124123"/>
                </a:cubicBezTo>
                <a:cubicBezTo>
                  <a:pt x="0" y="87709"/>
                  <a:pt x="11385" y="57919"/>
                  <a:pt x="34156" y="34751"/>
                </a:cubicBezTo>
                <a:cubicBezTo>
                  <a:pt x="56927" y="11584"/>
                  <a:pt x="86320" y="0"/>
                  <a:pt x="1223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  <a:sym typeface="+mn-ea"/>
              </a:defRPr>
            </a:lvl1pPr>
            <a:lvl2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2pPr>
            <a:lvl3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3pPr>
            <a:lvl4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4pPr>
            <a:lvl5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请在此输入您的副标题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1"/>
            </p:custDataLst>
          </p:nvPr>
        </p:nvSpPr>
        <p:spPr>
          <a:xfrm>
            <a:off x="0" y="11161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0" y="0"/>
            <a:ext cx="10899140" cy="6858000"/>
          </a:xfrm>
          <a:custGeom>
            <a:avLst/>
            <a:gdLst>
              <a:gd name="connisteX0" fmla="*/ 0 w 10160000"/>
              <a:gd name="connsiteY0" fmla="*/ 0 h 6858000"/>
              <a:gd name="connisteX1" fmla="*/ 10160000 w 10160000"/>
              <a:gd name="connsiteY1" fmla="*/ 0 h 6858000"/>
              <a:gd name="connisteX2" fmla="*/ 10160000 w 10160000"/>
              <a:gd name="connsiteY2" fmla="*/ 6858000 h 6858000"/>
              <a:gd name="connisteX3" fmla="*/ 0 w 10160000"/>
              <a:gd name="connsiteY3" fmla="*/ 6858000 h 6858000"/>
              <a:gd name="connisteX4" fmla="*/ 0 w 10160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10160000" h="6858000">
                <a:moveTo>
                  <a:pt x="0" y="0"/>
                </a:moveTo>
                <a:lnTo>
                  <a:pt x="10160000" y="0"/>
                </a:lnTo>
                <a:lnTo>
                  <a:pt x="1016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2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20XX YEAR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7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单击此处添加文档标题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8"/>
            </p:custDataLst>
          </p:nvPr>
        </p:nvSpPr>
        <p:spPr>
          <a:xfrm>
            <a:off x="1016000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BY WPS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1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6387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5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单击此处添加章节标题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6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spc="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01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1"/>
            </p:custDataLst>
          </p:nvPr>
        </p:nvSpPr>
        <p:spPr>
          <a:xfrm>
            <a:off x="0" y="53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0" y="0"/>
            <a:ext cx="10160000" cy="6858000"/>
          </a:xfrm>
          <a:custGeom>
            <a:avLst/>
            <a:gdLst>
              <a:gd name="connisteX0" fmla="*/ 0 w 10160000"/>
              <a:gd name="connsiteY0" fmla="*/ 0 h 6858000"/>
              <a:gd name="connisteX1" fmla="*/ 10160000 w 10160000"/>
              <a:gd name="connsiteY1" fmla="*/ 0 h 6858000"/>
              <a:gd name="connisteX2" fmla="*/ 10160000 w 10160000"/>
              <a:gd name="connsiteY2" fmla="*/ 6858000 h 6858000"/>
              <a:gd name="connisteX3" fmla="*/ 0 w 10160000"/>
              <a:gd name="connsiteY3" fmla="*/ 6858000 h 6858000"/>
              <a:gd name="connisteX4" fmla="*/ 0 w 10160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10160000" h="6858000">
                <a:moveTo>
                  <a:pt x="0" y="0"/>
                </a:moveTo>
                <a:lnTo>
                  <a:pt x="10160000" y="0"/>
                </a:lnTo>
                <a:lnTo>
                  <a:pt x="1016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6389" hasCustomPrompt="1"/>
            <p:custDataLst>
              <p:tags r:id="rId6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7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谢谢观看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6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7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8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9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0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1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2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3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4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5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04</a:t>
            </a:r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6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7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tags" Target="../tags/tag6.xml"/><Relationship Id="rId3" Type="http://schemas.openxmlformats.org/officeDocument/2006/relationships/slideLayout" Target="../slideLayouts/slideLayout13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tags" Target="../tags/tag3.xml"/><Relationship Id="rId28" Type="http://schemas.openxmlformats.org/officeDocument/2006/relationships/tags" Target="../tags/tag8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tags" Target="../tags/tag2.xml"/><Relationship Id="rId27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2"/>
            </p:custDataLst>
          </p:nvPr>
        </p:nvSpPr>
        <p:spPr>
          <a:xfrm>
            <a:off x="0" y="11161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192.xml"/><Relationship Id="rId4" Type="http://schemas.openxmlformats.org/officeDocument/2006/relationships/tags" Target="../tags/tag19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00.xml"/><Relationship Id="rId13" Type="http://schemas.openxmlformats.org/officeDocument/2006/relationships/tags" Target="../tags/tag205.xml"/><Relationship Id="rId18" Type="http://schemas.openxmlformats.org/officeDocument/2006/relationships/tags" Target="../tags/tag210.xml"/><Relationship Id="rId3" Type="http://schemas.openxmlformats.org/officeDocument/2006/relationships/tags" Target="../tags/tag195.xml"/><Relationship Id="rId7" Type="http://schemas.openxmlformats.org/officeDocument/2006/relationships/tags" Target="../tags/tag199.xml"/><Relationship Id="rId12" Type="http://schemas.openxmlformats.org/officeDocument/2006/relationships/tags" Target="../tags/tag204.xml"/><Relationship Id="rId17" Type="http://schemas.openxmlformats.org/officeDocument/2006/relationships/tags" Target="../tags/tag209.xml"/><Relationship Id="rId2" Type="http://schemas.openxmlformats.org/officeDocument/2006/relationships/tags" Target="../tags/tag194.xml"/><Relationship Id="rId16" Type="http://schemas.openxmlformats.org/officeDocument/2006/relationships/tags" Target="../tags/tag208.xml"/><Relationship Id="rId1" Type="http://schemas.openxmlformats.org/officeDocument/2006/relationships/tags" Target="../tags/tag193.xml"/><Relationship Id="rId6" Type="http://schemas.openxmlformats.org/officeDocument/2006/relationships/tags" Target="../tags/tag198.xml"/><Relationship Id="rId11" Type="http://schemas.openxmlformats.org/officeDocument/2006/relationships/tags" Target="../tags/tag203.xml"/><Relationship Id="rId5" Type="http://schemas.openxmlformats.org/officeDocument/2006/relationships/tags" Target="../tags/tag197.xml"/><Relationship Id="rId15" Type="http://schemas.openxmlformats.org/officeDocument/2006/relationships/tags" Target="../tags/tag207.xml"/><Relationship Id="rId10" Type="http://schemas.openxmlformats.org/officeDocument/2006/relationships/tags" Target="../tags/tag202.xml"/><Relationship Id="rId19" Type="http://schemas.openxmlformats.org/officeDocument/2006/relationships/slideLayout" Target="../slideLayouts/slideLayout17.xml"/><Relationship Id="rId4" Type="http://schemas.openxmlformats.org/officeDocument/2006/relationships/tags" Target="../tags/tag196.xml"/><Relationship Id="rId9" Type="http://schemas.openxmlformats.org/officeDocument/2006/relationships/tags" Target="../tags/tag201.xml"/><Relationship Id="rId14" Type="http://schemas.openxmlformats.org/officeDocument/2006/relationships/tags" Target="../tags/tag20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4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21.xml"/><Relationship Id="rId13" Type="http://schemas.openxmlformats.org/officeDocument/2006/relationships/tags" Target="../tags/tag226.xml"/><Relationship Id="rId18" Type="http://schemas.openxmlformats.org/officeDocument/2006/relationships/image" Target="../media/image3.jpeg"/><Relationship Id="rId3" Type="http://schemas.openxmlformats.org/officeDocument/2006/relationships/tags" Target="../tags/tag216.xml"/><Relationship Id="rId7" Type="http://schemas.openxmlformats.org/officeDocument/2006/relationships/tags" Target="../tags/tag220.xml"/><Relationship Id="rId12" Type="http://schemas.openxmlformats.org/officeDocument/2006/relationships/tags" Target="../tags/tag225.xml"/><Relationship Id="rId17" Type="http://schemas.openxmlformats.org/officeDocument/2006/relationships/image" Target="../media/image2.jpeg"/><Relationship Id="rId2" Type="http://schemas.openxmlformats.org/officeDocument/2006/relationships/tags" Target="../tags/tag215.xml"/><Relationship Id="rId16" Type="http://schemas.openxmlformats.org/officeDocument/2006/relationships/image" Target="../media/image1.jpeg"/><Relationship Id="rId1" Type="http://schemas.openxmlformats.org/officeDocument/2006/relationships/tags" Target="../tags/tag214.xml"/><Relationship Id="rId6" Type="http://schemas.openxmlformats.org/officeDocument/2006/relationships/tags" Target="../tags/tag219.xml"/><Relationship Id="rId11" Type="http://schemas.openxmlformats.org/officeDocument/2006/relationships/tags" Target="../tags/tag224.xml"/><Relationship Id="rId5" Type="http://schemas.openxmlformats.org/officeDocument/2006/relationships/tags" Target="../tags/tag218.xml"/><Relationship Id="rId15" Type="http://schemas.openxmlformats.org/officeDocument/2006/relationships/slideLayout" Target="../slideLayouts/slideLayout16.xml"/><Relationship Id="rId10" Type="http://schemas.openxmlformats.org/officeDocument/2006/relationships/tags" Target="../tags/tag223.xml"/><Relationship Id="rId4" Type="http://schemas.openxmlformats.org/officeDocument/2006/relationships/tags" Target="../tags/tag217.xml"/><Relationship Id="rId9" Type="http://schemas.openxmlformats.org/officeDocument/2006/relationships/tags" Target="../tags/tag222.xml"/><Relationship Id="rId14" Type="http://schemas.openxmlformats.org/officeDocument/2006/relationships/tags" Target="../tags/tag2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4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38.xml"/><Relationship Id="rId13" Type="http://schemas.openxmlformats.org/officeDocument/2006/relationships/slideLayout" Target="../slideLayouts/slideLayout15.xml"/><Relationship Id="rId3" Type="http://schemas.openxmlformats.org/officeDocument/2006/relationships/tags" Target="../tags/tag233.xml"/><Relationship Id="rId7" Type="http://schemas.openxmlformats.org/officeDocument/2006/relationships/tags" Target="../tags/tag237.xml"/><Relationship Id="rId12" Type="http://schemas.openxmlformats.org/officeDocument/2006/relationships/tags" Target="../tags/tag242.xml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tags" Target="../tags/tag236.xml"/><Relationship Id="rId11" Type="http://schemas.openxmlformats.org/officeDocument/2006/relationships/tags" Target="../tags/tag241.xml"/><Relationship Id="rId5" Type="http://schemas.openxmlformats.org/officeDocument/2006/relationships/tags" Target="../tags/tag235.xml"/><Relationship Id="rId10" Type="http://schemas.openxmlformats.org/officeDocument/2006/relationships/tags" Target="../tags/tag240.xml"/><Relationship Id="rId4" Type="http://schemas.openxmlformats.org/officeDocument/2006/relationships/tags" Target="../tags/tag234.xml"/><Relationship Id="rId9" Type="http://schemas.openxmlformats.org/officeDocument/2006/relationships/tags" Target="../tags/tag239.xml"/><Relationship Id="rId1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4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53.xml"/><Relationship Id="rId3" Type="http://schemas.openxmlformats.org/officeDocument/2006/relationships/tags" Target="../tags/tag248.xml"/><Relationship Id="rId7" Type="http://schemas.openxmlformats.org/officeDocument/2006/relationships/tags" Target="../tags/tag252.xml"/><Relationship Id="rId2" Type="http://schemas.openxmlformats.org/officeDocument/2006/relationships/tags" Target="../tags/tag247.xml"/><Relationship Id="rId1" Type="http://schemas.openxmlformats.org/officeDocument/2006/relationships/tags" Target="../tags/tag246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9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4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64.xml"/><Relationship Id="rId13" Type="http://schemas.openxmlformats.org/officeDocument/2006/relationships/tags" Target="../tags/tag269.xml"/><Relationship Id="rId18" Type="http://schemas.openxmlformats.org/officeDocument/2006/relationships/image" Target="../media/image7.jpeg"/><Relationship Id="rId3" Type="http://schemas.openxmlformats.org/officeDocument/2006/relationships/tags" Target="../tags/tag259.xml"/><Relationship Id="rId7" Type="http://schemas.openxmlformats.org/officeDocument/2006/relationships/tags" Target="../tags/tag263.xml"/><Relationship Id="rId12" Type="http://schemas.openxmlformats.org/officeDocument/2006/relationships/tags" Target="../tags/tag268.xml"/><Relationship Id="rId17" Type="http://schemas.openxmlformats.org/officeDocument/2006/relationships/image" Target="../media/image6.jpeg"/><Relationship Id="rId2" Type="http://schemas.openxmlformats.org/officeDocument/2006/relationships/tags" Target="../tags/tag258.xml"/><Relationship Id="rId16" Type="http://schemas.openxmlformats.org/officeDocument/2006/relationships/image" Target="../media/image5.jpeg"/><Relationship Id="rId1" Type="http://schemas.openxmlformats.org/officeDocument/2006/relationships/tags" Target="../tags/tag257.xml"/><Relationship Id="rId6" Type="http://schemas.openxmlformats.org/officeDocument/2006/relationships/tags" Target="../tags/tag262.xml"/><Relationship Id="rId11" Type="http://schemas.openxmlformats.org/officeDocument/2006/relationships/tags" Target="../tags/tag267.xml"/><Relationship Id="rId5" Type="http://schemas.openxmlformats.org/officeDocument/2006/relationships/tags" Target="../tags/tag261.xml"/><Relationship Id="rId15" Type="http://schemas.openxmlformats.org/officeDocument/2006/relationships/slideLayout" Target="../slideLayouts/slideLayout13.xml"/><Relationship Id="rId10" Type="http://schemas.openxmlformats.org/officeDocument/2006/relationships/tags" Target="../tags/tag266.xml"/><Relationship Id="rId4" Type="http://schemas.openxmlformats.org/officeDocument/2006/relationships/tags" Target="../tags/tag260.xml"/><Relationship Id="rId9" Type="http://schemas.openxmlformats.org/officeDocument/2006/relationships/tags" Target="../tags/tag265.xml"/><Relationship Id="rId14" Type="http://schemas.openxmlformats.org/officeDocument/2006/relationships/tags" Target="../tags/tag27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4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81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276.xml"/><Relationship Id="rId7" Type="http://schemas.openxmlformats.org/officeDocument/2006/relationships/tags" Target="../tags/tag280.xml"/><Relationship Id="rId12" Type="http://schemas.openxmlformats.org/officeDocument/2006/relationships/tags" Target="../tags/tag285.xml"/><Relationship Id="rId2" Type="http://schemas.openxmlformats.org/officeDocument/2006/relationships/tags" Target="../tags/tag275.xml"/><Relationship Id="rId1" Type="http://schemas.openxmlformats.org/officeDocument/2006/relationships/tags" Target="../tags/tag274.xml"/><Relationship Id="rId6" Type="http://schemas.openxmlformats.org/officeDocument/2006/relationships/tags" Target="../tags/tag279.xml"/><Relationship Id="rId11" Type="http://schemas.openxmlformats.org/officeDocument/2006/relationships/tags" Target="../tags/tag284.xml"/><Relationship Id="rId5" Type="http://schemas.openxmlformats.org/officeDocument/2006/relationships/tags" Target="../tags/tag278.xml"/><Relationship Id="rId10" Type="http://schemas.openxmlformats.org/officeDocument/2006/relationships/tags" Target="../tags/tag283.xml"/><Relationship Id="rId4" Type="http://schemas.openxmlformats.org/officeDocument/2006/relationships/tags" Target="../tags/tag277.xml"/><Relationship Id="rId9" Type="http://schemas.openxmlformats.org/officeDocument/2006/relationships/tags" Target="../tags/tag282.xml"/><Relationship Id="rId1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93.xml"/><Relationship Id="rId3" Type="http://schemas.openxmlformats.org/officeDocument/2006/relationships/tags" Target="../tags/tag288.xml"/><Relationship Id="rId7" Type="http://schemas.openxmlformats.org/officeDocument/2006/relationships/tags" Target="../tags/tag292.xml"/><Relationship Id="rId2" Type="http://schemas.openxmlformats.org/officeDocument/2006/relationships/tags" Target="../tags/tag287.xml"/><Relationship Id="rId1" Type="http://schemas.openxmlformats.org/officeDocument/2006/relationships/tags" Target="../tags/tag286.xml"/><Relationship Id="rId6" Type="http://schemas.openxmlformats.org/officeDocument/2006/relationships/tags" Target="../tags/tag291.xml"/><Relationship Id="rId11" Type="http://schemas.openxmlformats.org/officeDocument/2006/relationships/image" Target="../media/image9.jpeg"/><Relationship Id="rId5" Type="http://schemas.openxmlformats.org/officeDocument/2006/relationships/tags" Target="../tags/tag290.xml"/><Relationship Id="rId10" Type="http://schemas.openxmlformats.org/officeDocument/2006/relationships/slideLayout" Target="../slideLayouts/slideLayout11.xml"/><Relationship Id="rId4" Type="http://schemas.openxmlformats.org/officeDocument/2006/relationships/tags" Target="../tags/tag289.xml"/><Relationship Id="rId9" Type="http://schemas.openxmlformats.org/officeDocument/2006/relationships/tags" Target="../tags/tag29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tags" Target="../tags/tag295.xml"/><Relationship Id="rId5" Type="http://schemas.openxmlformats.org/officeDocument/2006/relationships/slideLayout" Target="../slideLayouts/slideLayout28.xml"/><Relationship Id="rId4" Type="http://schemas.openxmlformats.org/officeDocument/2006/relationships/tags" Target="../tags/tag2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638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/>
              <a:t>2026/01/08</a:t>
            </a:r>
          </a:p>
        </p:txBody>
      </p:sp>
      <p:sp>
        <p:nvSpPr>
          <p:cNvPr id="4" name="标题 1"/>
          <p:cNvSpPr>
            <a:spLocks noGrp="1"/>
          </p:cNvSpPr>
          <p:nvPr>
            <p:ph type="ctrTitle" idx="16388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学生必备Office高效操作指南</a:t>
            </a:r>
          </a:p>
        </p:txBody>
      </p:sp>
      <p:sp>
        <p:nvSpPr>
          <p:cNvPr id="5" name="署名占位符 10"/>
          <p:cNvSpPr>
            <a:spLocks noGrp="1"/>
          </p:cNvSpPr>
          <p:nvPr>
            <p:ph type="body" sz="quarter" idx="16390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汇报人：陈锦安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CONTENTS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sz="4500"/>
              <a:t>目录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en-US"/>
              <a:t>01</a:t>
            </a:r>
          </a:p>
        </p:txBody>
      </p:sp>
      <p:sp>
        <p:nvSpPr>
          <p:cNvPr id="5" name="装饰  3"/>
          <p:cNvSpPr>
            <a:spLocks noGrp="1"/>
          </p:cNvSpPr>
          <p:nvPr>
            <p:ph type="body" idx="16397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Office入门快速上手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altLang="en-US"/>
              <a:t>02</a:t>
            </a:r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Word核心功能与技巧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altLang="en-US"/>
              <a:t>03</a:t>
            </a:r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Excel数据处理实用方法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3"/>
            </p:custDataLst>
          </p:nvPr>
        </p:nvSpPr>
        <p:spPr/>
        <p:txBody>
          <a:bodyPr/>
          <a:lstStyle/>
          <a:p>
            <a:r>
              <a:rPr lang="en-US" altLang="en-US"/>
              <a:t>04</a:t>
            </a:r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4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PPT演示设计要点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6"/>
            </p:custDataLst>
          </p:nvPr>
        </p:nvSpPr>
        <p:spPr/>
        <p:txBody>
          <a:bodyPr/>
          <a:lstStyle/>
          <a:p>
            <a:r>
              <a:rPr lang="en-US" altLang="en-US"/>
              <a:t>05</a:t>
            </a:r>
          </a:p>
        </p:txBody>
      </p:sp>
      <p:sp>
        <p:nvSpPr>
          <p:cNvPr id="17" name="装饰  5"/>
          <p:cNvSpPr>
            <a:spLocks noGrp="1"/>
          </p:cNvSpPr>
          <p:nvPr>
            <p:ph type="body" idx="16401"/>
            <p:custDataLst>
              <p:tags r:id="rId17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高效办公综合技巧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Office入门快速上手</a:t>
            </a:r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/>
              <a:t>01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Office界面与基础操作</a:t>
            </a:r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24" name="图片占位符 23" descr="3bbae431-ebe5-11f0-8aad-02a6e1b5b046"/>
          <p:cNvPicPr>
            <a:picLocks noGrp="1" noChangeAspect="1"/>
          </p:cNvPicPr>
          <p:nvPr>
            <p:ph type="pic" idx="16393"/>
            <p:custDataLst>
              <p:tags r:id="rId4"/>
            </p:custDataLst>
          </p:nvPr>
        </p:nvPicPr>
        <p:blipFill>
          <a:blip r:embed="rId16"/>
          <a:srcRect l="2216" r="2216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组件共性界面解析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Office三大组件（Word/Excel/PPT）均包含功能区、快速访问工具栏与状态栏，掌握共性布局可实现操作经验跨组件迁移。</a:t>
            </a: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25" name="图片占位符 24" descr="3bbae357-ebe5-11f0-8aad-02a6e1b5b046"/>
          <p:cNvPicPr>
            <a:picLocks noGrp="1"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17"/>
          <a:srcRect t="4468" b="4468"/>
          <a:stretch>
            <a:fillRect/>
          </a:stretch>
        </p:blipFill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文件基础操作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学会新建、保存、另存为与版本恢复操作，优先选择云存储（如WPS云）确保作业文档安全，避免数据丢失。</a:t>
            </a:r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26" name="图片占位符 25" descr="3bbae513-ebe5-11f0-8aad-02a6e1b5b046"/>
          <p:cNvPicPr>
            <a:picLocks noGrp="1" noChangeAspect="1"/>
          </p:cNvPicPr>
          <p:nvPr>
            <p:ph type="pic" idx="16397"/>
            <p:custDataLst>
              <p:tags r:id="rId12"/>
            </p:custDataLst>
          </p:nvPr>
        </p:nvPicPr>
        <p:blipFill>
          <a:blip r:embed="rId18"/>
          <a:srcRect t="980" b="980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快捷键入门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掌握Ctrl+C/V/X（复制/粘贴/剪切）、Ctrl+Z/Y（撤销/恢复）等通用快捷键，减少鼠标操作，提升基础操作效率。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Word核心功能与技巧</a:t>
            </a:r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/>
              <a:t>02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文档格式规范与排版</a:t>
            </a:r>
          </a:p>
        </p:txBody>
      </p:sp>
      <p:pic>
        <p:nvPicPr>
          <p:cNvPr id="16" name="内容占位符 15" descr="default_3_img"/>
          <p:cNvPicPr>
            <a:picLocks noGrp="1" noChangeAspect="1"/>
          </p:cNvPicPr>
          <p:nvPr>
            <p:ph idx="16392"/>
            <p:custDataLst>
              <p:tags r:id="rId3"/>
            </p:custDataLst>
          </p:nvPr>
        </p:nvPicPr>
        <p:blipFill>
          <a:blip r:embed="rId14"/>
          <a:srcRect l="29856" r="29856"/>
          <a:stretch>
            <a:fillRect/>
          </a:stretch>
        </p:blipFill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段落格式标准化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设置行距1.5倍、首行缩进2字符、页边距2.54cm等规范格式，通过段落对话框一键应用，满足课程作业格式要求。</a:t>
            </a: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样式与模板应用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使用内置样式（如标题1/2、正文）统一文档格式，保存常用格式为模板，下次直接调用，避免重复设置。</a:t>
            </a:r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批量操作技巧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利用查找替换功能批量修改字体、格式或文本内容；使用格式刷快速复制格式，提升排版效率。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Excel数据处理实用方法</a:t>
            </a:r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/>
              <a:t>03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数据录入与基础分析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快速录入技巧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使用填充柄自动生成序列（如日期、序号），结合数据验证功能限制输入内容（如下拉列表），减少录入错误。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公式与函数入门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掌握SUM（求和）、AVERAGE（平均）、VLOOKUP（查找）等常用函数，通过简单公式快速完成数据计算与分析。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数据筛选与排序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利用筛选功能快速查找特定数据，通过排序功能按数值或文本顺序排列数据，清晰呈现统计结果。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PPT演示设计要点</a:t>
            </a:r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/>
              <a:t>04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演示文稿快速制作</a:t>
            </a:r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24" name="图片占位符 23" descr="3bd19033-ebe5-11f0-aa79-62e2874c512d"/>
          <p:cNvPicPr>
            <a:picLocks noGrp="1" noChangeAspect="1"/>
          </p:cNvPicPr>
          <p:nvPr>
            <p:ph type="pic" idx="16393"/>
            <p:custDataLst>
              <p:tags r:id="rId4"/>
            </p:custDataLst>
          </p:nvPr>
        </p:nvPicPr>
        <p:blipFill>
          <a:blip r:embed="rId16"/>
          <a:srcRect l="4340" t="4719" r="4702" b="2817"/>
          <a:stretch>
            <a:fillRect/>
          </a:stretch>
        </p:blipFill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演示结构逻辑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遵循“封面-目录-核心内容-总结-结尾”结构逻辑，每个部分重点突出，确保观众快速理解演示主题与内容。</a:t>
            </a: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25" name="图片占位符 24" descr="3bd1906b-ebe5-11f0-aa79-62e2874c512d"/>
          <p:cNvPicPr>
            <a:picLocks noGrp="1"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17"/>
          <a:srcRect l="16947"/>
          <a:stretch>
            <a:fillRect/>
          </a:stretch>
        </p:blipFill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模板与版式应用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选择简洁大方的内置模板（如校园风格），使用版式布局（如标题+内容、两栏式）规范页面内容，提升制作效率。</a:t>
            </a:r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26" name="图片占位符 25" descr="3bd18fb0-ebe5-11f0-aa79-62e2874c512d"/>
          <p:cNvPicPr>
            <a:picLocks noGrp="1" noChangeAspect="1"/>
          </p:cNvPicPr>
          <p:nvPr>
            <p:ph type="pic" idx="16397"/>
            <p:custDataLst>
              <p:tags r:id="rId12"/>
            </p:custDataLst>
          </p:nvPr>
        </p:nvPicPr>
        <p:blipFill>
          <a:blip r:embed="rId18"/>
          <a:srcRect l="725" r="725"/>
          <a:stretch>
            <a:fillRect/>
          </a:stretch>
        </p:blipFill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图文排版原则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4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图文搭配遵循“少而精”原则，文字精简（每页不超过30字），图片与内容相关，使用对齐工具保持页面整洁。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高效办公综合技巧</a:t>
            </a:r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/>
              <a:t>05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跨组件协同与快捷键汇总</a:t>
            </a:r>
          </a:p>
        </p:txBody>
      </p:sp>
      <p:pic>
        <p:nvPicPr>
          <p:cNvPr id="16" name="内容占位符 15" descr="default_4_img"/>
          <p:cNvPicPr>
            <a:picLocks noGrp="1" noChangeAspect="1"/>
          </p:cNvPicPr>
          <p:nvPr>
            <p:ph idx="16392"/>
            <p:custDataLst>
              <p:tags r:id="rId3"/>
            </p:custDataLst>
          </p:nvPr>
        </p:nvPicPr>
        <p:blipFill>
          <a:blip r:embed="rId14"/>
          <a:srcRect l="35313" r="35313"/>
          <a:stretch>
            <a:fillRect/>
          </a:stretch>
        </p:blipFill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跨组件数据共享方法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Word可插入Excel表格（保持编辑性）或PPT幻灯片，PPT可链接Word文档内容，确保多组件数据同步更新。</a:t>
            </a: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通用快捷键集合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掌握Ctrl+S（保存）、Ctrl+Z（撤销）、Ctrl+F（查找）等通用快捷键，减少鼠标操作，提升效率。</a:t>
            </a:r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组件专属快捷键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Excel用Ctrl+Shift+Enter输入数组公式，Word用Ctrl+Shift+*选中全文，PPT用Ctrl+M新建幻灯片。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学习路径与资源推荐</a:t>
            </a:r>
          </a:p>
        </p:txBody>
      </p:sp>
      <p:pic>
        <p:nvPicPr>
          <p:cNvPr id="13" name="内容占位符 12" descr="3bc11818-ebe5-11f0-8daa-228920ae214a"/>
          <p:cNvPicPr>
            <a:picLocks noGrp="1" noChangeAspect="1"/>
          </p:cNvPicPr>
          <p:nvPr>
            <p:ph idx="16392"/>
            <p:custDataLst>
              <p:tags r:id="rId3"/>
            </p:custDataLst>
          </p:nvPr>
        </p:nvPicPr>
        <p:blipFill>
          <a:blip r:embed="rId11"/>
          <a:srcRect l="12731" t="35997" r="12731" b="36224"/>
          <a:stretch>
            <a:fillRect/>
          </a:stretch>
        </p:blipFill>
        <p:spPr>
          <a:xfrm>
            <a:off x="609600" y="15240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技能进阶三步法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从基础操作到高级功能，按“组件专项练习→综合实战→技巧拓展”路径进阶，通过实战作业巩固所学内容。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优质学习资源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推荐WPS学堂、微软Office官方教程、B站办公技巧视频，内容针对性强且免费易获取。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常见问题解决渠道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遇到问题可查阅软件帮助文档、百度经验或知乎问答，快速找到解决方案。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638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THE END</a:t>
            </a:r>
          </a:p>
        </p:txBody>
      </p:sp>
      <p:sp>
        <p:nvSpPr>
          <p:cNvPr id="4" name="标题 1"/>
          <p:cNvSpPr>
            <a:spLocks noGrp="1"/>
          </p:cNvSpPr>
          <p:nvPr>
            <p:ph type="ctrTitle" idx="16388"/>
            <p:custDataLst>
              <p:tags r:id="rId4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谢谢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TEMPLATE_STYLE_ID" val="6979663169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9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40490190"/>
  <p:tag name="KSO_WM_UNIT_ISNUMDGMTITL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ee738a11db4bb866"/>
  <p:tag name="KSO_WM_TEMPLATE_THUMBS_INDEX" val="1、9"/>
  <p:tag name="KSO_WM_TEMPLATE_INDEX" val="40490190"/>
  <p:tag name="KSO_WM_TEMPLATE_CATEGORY" val="custom"/>
  <p:tag name="KSO_WM_TEMPLATE_MASTER_TYPE" val="0"/>
  <p:tag name="KSO_WM_TAG_VERSION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3cd3df68001d3c83f845e2c69bf789d5ca6aac5"/>
  <p:tag name="KSO_WM_NEWLAYOUT_GROUP_ID" val="layout_10013"/>
  <p:tag name="KSO_WM_NEWLAYOUT_ID" val="slide_47ddc0f3e0d84bd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25572df2ebf18cd16503c0d96c283f709be7d01"/>
  <p:tag name="KSO_WM_NEWLAYOUT_GROUP_ID" val="layout_6"/>
  <p:tag name="KSO_WM_NEWLAYOUT_ID" val="slide_acc7948a249ecb2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020c03cdfba0899914e47e8f28e7228a6658133"/>
  <p:tag name="KSO_WM_NEWLAYOUT_GROUP_ID" val="layout_2"/>
  <p:tag name="KSO_WM_NEWLAYOUT_ID" val="slide_cce2eb3a906a8f6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5e8fa292a88775af3a08cecc2a482142b3709f9"/>
  <p:tag name="KSO_WM_NEWLAYOUT_GROUP_ID" val="layout_10007"/>
  <p:tag name="KSO_WM_NEWLAYOUT_ID" val="slide_3769a8e1402e790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d657a9f84d8bdbd68efab09be7402473fb42b42"/>
  <p:tag name="KSO_WM_NEWLAYOUT_GROUP_ID" val="layout_30"/>
  <p:tag name="KSO_WM_NEWLAYOUT_ID" val="slide_97e71a9c1fd50a8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85b58f8bbb7a7b11199d61e9952edd7e59c026d"/>
  <p:tag name="KSO_WM_NEWLAYOUT_GROUP_ID" val="layout_26"/>
  <p:tag name="KSO_WM_NEWLAYOUT_ID" val="slide_33b65c8d547e38d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4663aebdc39025b8f37a31fd28f23a5e901f897d"/>
  <p:tag name="KSO_WM_NEWLAYOUT_GROUP_ID" val="layout_1-5"/>
  <p:tag name="KSO_WM_NEWLAYOUT_ID" val="slide_cea45c27deb2386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INDEX" val="40490190"/>
  <p:tag name="KSO_WM_TEMPLATE_CATEGORY" val="custo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ISNUMDGMTITLE" val="0"/>
  <p:tag name="KSO_WM_TEMPLATE_INDEX" val="40490190"/>
  <p:tag name="KSO_WM_TEMPLATE_CATEGORY" val="custo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190"/>
  <p:tag name="KSO_WM_TEMPLATE_CATEGORY" val="custom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190"/>
  <p:tag name="KSO_WM_TEMPLATE_CATEGORY" val="custo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190"/>
  <p:tag name="KSO_WM_TEMPLATE_CATEGORY" val="custo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190"/>
  <p:tag name="KSO_WM_TEMPLATE_CATEGORY" val="custo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190"/>
  <p:tag name="KSO_WM_TEMPLATE_CATEGORY" val="custom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9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085f0eea0a8522f045b09466ecd57e15222ceea4"/>
  <p:tag name="KSO_WM_NEWLAYOUT_ID" val="3079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90"/>
  <p:tag name="KSO_WM_TEMPLATE_CATEGORY" val="custom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90"/>
  <p:tag name="KSO_WM_TEMPLATE_CATEGORY" val="custom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90190"/>
  <p:tag name="KSO_WM_TEMPLATE_CATEGORY" val="custom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11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82faa53ea7bd7c03ff8f580e841f147a53f78d3a"/>
  <p:tag name="KSO_WM_NEWLAYOUT_ID" val="3091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d03c7413b81224e471483368f5f8514433165ee"/>
  <p:tag name="KSO_WM_NEWLAYOUT_ID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left"/>
  <p:tag name="KSO_WM_SLIDE_HAS_MASK" val="1"/>
  <p:tag name="KSO_WM_SLIDE_ITEM_CNT" val="0"/>
  <p:tag name="KSO_WM_SLIDE_TYPE" val="title"/>
  <p:tag name="KSO_WM_TEMPLATE_SUBCATEGORY" val="29"/>
  <p:tag name="KSO_WM_BEAUTIFY_FLAG" val="#wm#"/>
  <p:tag name="KSO_WM_TEMPLATE_SLIDE_ID" val="slide_ee738a11db4bb866"/>
  <p:tag name="KSO_WM_TEMPLATE_THUMBS_INDEX" val="1、9"/>
  <p:tag name="KSO_WM_TEMPLATE_INDEX" val="40490190"/>
  <p:tag name="KSO_WM_TEMPLATE_CATEGORY" val="custom"/>
  <p:tag name="KSO_WM_SLIDE_INDEX" val="1"/>
  <p:tag name="KSO_WM_SLIDE_ID" val="custom40490190_1"/>
  <p:tag name="KSO_WM_TEMPLATE_MASTER_TYPE" val="0"/>
  <p:tag name="KSO_WM_SLIDE_LAYOUT" val="a_f_i"/>
  <p:tag name="KSO_WM_SLIDE_LAYOUT_CNT" val="1_2_1"/>
  <p:tag name="KSO_WM_TAG_VERSION" val="3.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9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UNIT_PRESET_TEXT" val="20XX YEAR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085f0eea0a8522f045b09466ecd57e15222ceea4"/>
  <p:tag name="KSO_WM_NEWLAYOUT_ID" val="3079"/>
  <p:tag name="KSO_WM_UNIT_PRESET_TEXT" val="单击此处&#10;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1693"/>
  <p:tag name="KSO_WM_TEMPLATE_SLIDE_ID" val="slide_cea45c27deb23863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663aebdc39025b8f37a31fd28f23a5e901f897d"/>
  <p:tag name="KSO_WM_NEWLAYOUT_GROUP_ID" val="layout_1-5"/>
  <p:tag name="KSO_WM_NEWLAYOUT_ID" val="slide_cea45c27deb23863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90"/>
  <p:tag name="KSO_WM_TEMPLATE_CATEGORY" val="custom"/>
  <p:tag name="KSO_WM_SLIDE_INDEX" val="3"/>
  <p:tag name="KSO_WM_SLIDE_ID" val="custom40490190_7"/>
  <p:tag name="KSO_WM_TEMPLATE_MASTER_TYPE" val="0"/>
  <p:tag name="KSO_WM_SLIDE_LAYOUT" val="a_e"/>
  <p:tag name="KSO_WM_SLIDE_LAYOUT_CNT" val="1_1"/>
  <p:tag name="KSO_WM_TAG_VERSION" val="3.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693"/>
  <p:tag name="KSO_WM_TEMPLATE_SLIDE_ID" val="slide_33b65c8d547e38d4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85b58f8bbb7a7b11199d61e9952edd7e59c026d"/>
  <p:tag name="KSO_WM_NEWLAYOUT_GROUP_ID" val="layout_26"/>
  <p:tag name="KSO_WM_NEWLAYOUT_ID" val="slide_33b65c8d547e38d4"/>
  <p:tag name="KSO_WM_UNIT_PRESET_TEXT" val="单击此处添加标题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491746060&quot;,&quot;product_name&quot;:&quot;365wps-copilotchat-web&quot;,&quot;intention_code&quot;:&quot;365wps_cc_create_ppt&quot;}*gallery_gallery_3.0.4_Mock_V1_prod*d01a69bf882845db8e338c2c48e29e96-slide-3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400847667&quot;,&quot;product_name&quot;:&quot;365wps-copilotchat-web&quot;,&quot;intention_code&quot;:&quot;365wps_cc_create_ppt&quot;}*gallery_gallery_3.0.4_Mock_V1_prod*d01a69bf882845db8e338c2c48e29e96-slide-3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903221038&quot;,&quot;product_name&quot;:&quot;365wps-copilotchat-web&quot;,&quot;intention_code&quot;:&quot;365wps_cc_create_ppt&quot;}*gallery_gallery_3.0.4_Mock_V1_prod*d01a69bf882845db8e338c2c48e29e96-slide-3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90"/>
  <p:tag name="KSO_WM_TEMPLATE_CATEGORY" val="custom"/>
  <p:tag name="KSO_WM_SLIDE_INDEX" val="3"/>
  <p:tag name="KSO_WM_SLIDE_ID" val="custom40490190_7"/>
  <p:tag name="KSO_WM_TEMPLATE_MASTER_TYPE" val="0"/>
  <p:tag name="KSO_WM_SLIDE_LAYOUT" val="a_e"/>
  <p:tag name="KSO_WM_SLIDE_LAYOUT_CNT" val="1_1"/>
  <p:tag name="KSO_WM_TAG_VERSION" val="3.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693"/>
  <p:tag name="KSO_WM_TEMPLATE_SLIDE_ID" val="slide_97e71a9c1fd50a8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d657a9f84d8bdbd68efab09be7402473fb42b42"/>
  <p:tag name="KSO_WM_NEWLAYOUT_GROUP_ID" val="layout_30"/>
  <p:tag name="KSO_WM_NEWLAYOUT_ID" val="slide_97e71a9c1fd50a82"/>
  <p:tag name="KSO_WM_UNIT_PRESET_TEXT" val="单击此处添加标题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90"/>
  <p:tag name="KSO_WM_TEMPLATE_CATEGORY" val="custom"/>
  <p:tag name="KSO_WM_SLIDE_INDEX" val="3"/>
  <p:tag name="KSO_WM_SLIDE_ID" val="custom40490190_7"/>
  <p:tag name="KSO_WM_TEMPLATE_MASTER_TYPE" val="0"/>
  <p:tag name="KSO_WM_SLIDE_LAYOUT" val="a_e"/>
  <p:tag name="KSO_WM_SLIDE_LAYOUT_CNT" val="1_1"/>
  <p:tag name="KSO_WM_TAG_VERSION" val="3.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693"/>
  <p:tag name="KSO_WM_TEMPLATE_SLIDE_ID" val="slide_3769a8e1402e790d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5e8fa292a88775af3a08cecc2a482142b3709f9"/>
  <p:tag name="KSO_WM_NEWLAYOUT_GROUP_ID" val="layout_10007"/>
  <p:tag name="KSO_WM_NEWLAYOUT_ID" val="slide_3769a8e1402e790d"/>
  <p:tag name="KSO_WM_UNIT_PRESET_TEXT" val="单击此处添加标题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90"/>
  <p:tag name="KSO_WM_TEMPLATE_CATEGORY" val="custom"/>
  <p:tag name="KSO_WM_SLIDE_INDEX" val="3"/>
  <p:tag name="KSO_WM_SLIDE_ID" val="custom40490190_7"/>
  <p:tag name="KSO_WM_TEMPLATE_MASTER_TYPE" val="0"/>
  <p:tag name="KSO_WM_SLIDE_LAYOUT" val="a_e"/>
  <p:tag name="KSO_WM_SLIDE_LAYOUT_CNT" val="1_1"/>
  <p:tag name="KSO_WM_TAG_VERSION" val="3.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693"/>
  <p:tag name="KSO_WM_TEMPLATE_SLIDE_ID" val="slide_cce2eb3a906a8f67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020c03cdfba0899914e47e8f28e7228a6658133"/>
  <p:tag name="KSO_WM_NEWLAYOUT_GROUP_ID" val="layout_2"/>
  <p:tag name="KSO_WM_NEWLAYOUT_ID" val="slide_cce2eb3a906a8f67"/>
  <p:tag name="KSO_WM_UNIT_PRESET_TEXT" val="单击此处添加标题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421975667&quot;,&quot;product_name&quot;:&quot;365wps-copilotchat-web&quot;,&quot;intention_code&quot;:&quot;365wps_cc_create_ppt&quot;}*gallery_gallery_3.0.4_Mock_V1_prod*d01a69bf882845db8e338c2c48e29e96-slide-9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301720367&quot;,&quot;product_name&quot;:&quot;365wps-copilotchat-web&quot;,&quot;intention_code&quot;:&quot;365wps_cc_create_ppt&quot;}*gallery_gallery_3.0.4_Mock_V1_prod*d01a69bf882845db8e338c2c48e29e96-slide-9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464654277&quot;,&quot;product_name&quot;:&quot;365wps-copilotchat-web&quot;,&quot;intention_code&quot;:&quot;365wps_cc_create_ppt&quot;}*gallery_gallery_3.0.4_Mock_V1_prod*d01a69bf882845db8e338c2c48e29e96-slide-9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90"/>
  <p:tag name="KSO_WM_TEMPLATE_CATEGORY" val="custom"/>
  <p:tag name="KSO_WM_SLIDE_INDEX" val="3"/>
  <p:tag name="KSO_WM_SLIDE_ID" val="custom40490190_7"/>
  <p:tag name="KSO_WM_TEMPLATE_MASTER_TYPE" val="0"/>
  <p:tag name="KSO_WM_SLIDE_LAYOUT" val="a_e"/>
  <p:tag name="KSO_WM_SLIDE_LAYOUT_CNT" val="1_1"/>
  <p:tag name="KSO_WM_TAG_VERSION" val="3.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693"/>
  <p:tag name="KSO_WM_TEMPLATE_SLIDE_ID" val="slide_acc7948a249ecb22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25572df2ebf18cd16503c0d96c283f709be7d01"/>
  <p:tag name="KSO_WM_NEWLAYOUT_GROUP_ID" val="layout_6"/>
  <p:tag name="KSO_WM_NEWLAYOUT_ID" val="slide_acc7948a249ecb22"/>
  <p:tag name="KSO_WM_UNIT_PRESET_TEXT" val="单击此处添加标题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693"/>
  <p:tag name="KSO_WM_TEMPLATE_SLIDE_ID" val="slide_47ddc0f3e0d84bd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3cd3df68001d3c83f845e2c69bf789d5ca6aac5"/>
  <p:tag name="KSO_WM_NEWLAYOUT_GROUP_ID" val="layout_10013"/>
  <p:tag name="KSO_WM_NEWLAYOUT_ID" val="slide_47ddc0f3e0d84bd1"/>
  <p:tag name="KSO_WM_UNIT_PRESET_TEXT" val="单击此处添加标题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411210629&quot;,&quot;product_name&quot;:&quot;365wps-copilotchat-web&quot;,&quot;intention_code&quot;:&quot;365wps_cc_create_ppt&quot;}*gallery_gallery_3.0.4_Mock_V1_prod*d01a69bf882845db8e338c2c48e29e96-slide-12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left"/>
  <p:tag name="KSO_WM_SLIDE_HAS_MASK" val="1"/>
  <p:tag name="KSO_WM_SLIDE_ITEM_CNT" val="0"/>
  <p:tag name="KSO_WM_SLIDE_TYPE" val="endPage"/>
  <p:tag name="KSO_WM_TEMPLATE_SUBCATEGORY" val="29"/>
  <p:tag name="KSO_WM_BEAUTIFY_FLAG" val="#wm#"/>
  <p:tag name="KSO_WM_TEMPLATE_SLIDE_ID" val="slide_5ec36f64ca385f24"/>
  <p:tag name="KSO_WM_TEMPLATE_INDEX" val="40490190"/>
  <p:tag name="KSO_WM_TEMPLATE_CATEGORY" val="custom"/>
  <p:tag name="KSO_WM_SLIDE_INDEX" val="5"/>
  <p:tag name="KSO_WM_SLIDE_ID" val="custom40490190_9"/>
  <p:tag name="KSO_WM_TEMPLATE_MASTER_TYPE" val="0"/>
  <p:tag name="KSO_WM_SLIDE_LAYOUT" val="a_b_i"/>
  <p:tag name="KSO_WM_SLIDE_LAYOUT_CNT" val="1_1_1"/>
  <p:tag name="KSO_WM_TAG_VERSION" val="3.0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11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82faa53ea7bd7c03ff8f580e841f147a53f78d3a"/>
  <p:tag name="KSO_WM_NEWLAYOUT_ID" val="3091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自定义 45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宽屏</PresentationFormat>
  <Paragraphs>86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MiSans Demibold</vt:lpstr>
      <vt:lpstr>微软雅黑</vt:lpstr>
      <vt:lpstr>Arial</vt:lpstr>
      <vt:lpstr>Office 主题</vt:lpstr>
      <vt:lpstr>1_Office 主题​​</vt:lpstr>
      <vt:lpstr>学生必备Office高效操作指南</vt:lpstr>
      <vt:lpstr>目录</vt:lpstr>
      <vt:lpstr>Office入门快速上手</vt:lpstr>
      <vt:lpstr>Office界面与基础操作</vt:lpstr>
      <vt:lpstr>Word核心功能与技巧</vt:lpstr>
      <vt:lpstr>文档格式规范与排版</vt:lpstr>
      <vt:lpstr>Excel数据处理实用方法</vt:lpstr>
      <vt:lpstr>数据录入与基础分析</vt:lpstr>
      <vt:lpstr>PPT演示设计要点</vt:lpstr>
      <vt:lpstr>演示文稿快速制作</vt:lpstr>
      <vt:lpstr>高效办公综合技巧</vt:lpstr>
      <vt:lpstr>跨组件协同与快捷键汇总</vt:lpstr>
      <vt:lpstr>学习路径与资源推荐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学生必备Office高效操作指南</dc:title>
  <dc:creator/>
  <cp:lastModifiedBy>执 故</cp:lastModifiedBy>
  <cp:revision>1</cp:revision>
  <dcterms:created xsi:type="dcterms:W3CDTF">2026-01-07T16:23:54Z</dcterms:created>
  <dcterms:modified xsi:type="dcterms:W3CDTF">2026-01-08T16:45:12Z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2052-12.9.0.24678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v1.0_ai_69796631693</vt:lpwstr>
  </property>
</Properties>
</file>